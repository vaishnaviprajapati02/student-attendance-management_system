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ant Chaudhari" userId="cf9ebbfa8c7a0314" providerId="LiveId" clId="{C5F895B4-ACDC-4265-AEF6-6F29748B528D}"/>
    <pc:docChg chg="modSld">
      <pc:chgData name="Vedant Chaudhari" userId="cf9ebbfa8c7a0314" providerId="LiveId" clId="{C5F895B4-ACDC-4265-AEF6-6F29748B528D}" dt="2026-09-22T16:31:04.974" v="16" actId="20577"/>
      <pc:docMkLst>
        <pc:docMk/>
      </pc:docMkLst>
      <pc:sldChg chg="modSp mod">
        <pc:chgData name="Vedant Chaudhari" userId="cf9ebbfa8c7a0314" providerId="LiveId" clId="{C5F895B4-ACDC-4265-AEF6-6F29748B528D}" dt="2026-09-22T16:31:04.974" v="16" actId="20577"/>
        <pc:sldMkLst>
          <pc:docMk/>
          <pc:sldMk cId="0" sldId="256"/>
        </pc:sldMkLst>
        <pc:spChg chg="mod">
          <ac:chgData name="Vedant Chaudhari" userId="cf9ebbfa8c7a0314" providerId="LiveId" clId="{C5F895B4-ACDC-4265-AEF6-6F29748B528D}" dt="2026-09-22T16:31:04.974" v="16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92D46"/>
                </a:solidFill>
              </a:defRPr>
            </a:pPr>
            <a:r>
              <a:t>SCHOOL ATTENDANCE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71606" y="2880360"/>
            <a:ext cx="3418307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3C4655"/>
                </a:solidFill>
              </a:defRPr>
            </a:pPr>
            <a:r>
              <a:rPr dirty="0"/>
              <a:t>Tiny Project – ASP.NET</a:t>
            </a:r>
          </a:p>
          <a:p>
            <a:pPr algn="ctr">
              <a:spcAft>
                <a:spcPts val="1200"/>
              </a:spcAft>
              <a:defRPr sz="1800" b="0">
                <a:solidFill>
                  <a:srgbClr val="3C4655"/>
                </a:solidFill>
              </a:defRPr>
            </a:pPr>
            <a:r>
              <a:rPr dirty="0"/>
              <a:t>Name: Vedant Prashant Chaudhari</a:t>
            </a:r>
            <a:endParaRPr lang="en-US" dirty="0"/>
          </a:p>
          <a:p>
            <a:pPr algn="ctr">
              <a:spcAft>
                <a:spcPts val="1200"/>
              </a:spcAft>
              <a:defRPr sz="1800" b="0">
                <a:solidFill>
                  <a:srgbClr val="3C4655"/>
                </a:solidFill>
              </a:defRPr>
            </a:pPr>
            <a:r>
              <a:rPr lang="en-IN" dirty="0"/>
              <a:t>Vaishnavi </a:t>
            </a:r>
          </a:p>
          <a:p>
            <a:pPr algn="ctr">
              <a:spcAft>
                <a:spcPts val="1200"/>
              </a:spcAft>
              <a:defRPr sz="1800" b="0">
                <a:solidFill>
                  <a:srgbClr val="3C4655"/>
                </a:solidFill>
              </a:defRPr>
            </a:pPr>
            <a:r>
              <a:rPr lang="en-IN" dirty="0" err="1"/>
              <a:t>swati</a:t>
            </a:r>
            <a:endParaRPr dirty="0"/>
          </a:p>
          <a:p>
            <a:pPr algn="ctr">
              <a:spcAft>
                <a:spcPts val="1200"/>
              </a:spcAft>
              <a:defRPr sz="1800" b="0">
                <a:solidFill>
                  <a:srgbClr val="3C4655"/>
                </a:solidFill>
              </a:defRPr>
            </a:pPr>
            <a:r>
              <a:rPr dirty="0"/>
              <a:t>Division: J  |  Semester: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A School Attendance Management System records, tracks, manages and reports student attendance digitally.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It replaces paper registers, scattered Excel records and manual reporting with a centralized process.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The system can track presence, absence, late arrival, early leave, leave records and attendance percentage.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It can also support parent notifications and attendance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Manual attendance takes extra time for teachers and administrative staff.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Repeated entry into registers and spreadsheets can increase the chance of mistakes.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Parents may receive attendance information late.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Management may not have real-time visibility of attendance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Managing attendance across multiple classes or campuses becomes difficult.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Digitize the attendance recording process.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Reduce manual work and attendance-related errors.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Provide quick access to student attendance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Generate daily, monthly, student-wise and class-wise reports.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Improve communication with parents through timely attendance alerts.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Provide better visibility for school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4. 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Student attendance tracking by class, section and subject.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Support for present, absent, late, leave, half-day and early-exit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Attendance percentage and monthly reports.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Parent notifications for absence or late arrival.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Role-based access for teachers, parents, administrators and management.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Multi-campus / branch-wise reporting.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Dashboard and attendance trend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5.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1. Add student details such as name, class, section, roll number and parent contact.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2. Configure classes, sections, timetable, attendance rules and user access.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3. Teacher or authorized user marks daily attendance.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4. Attendance data is stored and updated in the system.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5. Reports and dashboards are generated automatically.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6. Parent notifications can be sent when enabled.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7. Attendance can be connected with other school operations such as timetable, exams, fees, transport and HR.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6. Attendance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Teacher Web Portal – attendance can be marked from a school system.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Mobile App – teachers can mark attendance from the classroom.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RFID Card – quick attendance using student cards.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Biometric Device – identity-based attendance, commonly used for staff.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QR Code – quick scanning method.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Manual Admin Entry – authorized staff can enter or update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7.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Saves teacher and administrative time.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Reduces paperwork and repeated manual entry.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Helps maintain cleaner and more accessible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Provides faster parent communication.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Makes attendance reports available quickly.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Helps management identify frequent absences and late arrivals.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Supports attendance monitoring across multiple branches.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8. Manual vs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Speed: Manual – slow roll call and entry | Digital – faster attendance marking.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Accuracy: Manual – higher chance of mistakes | Digital – cleaner digital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Parent Updates: Manual – usually delayed | Digital – automatic alerts can be enabled.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Reports: Manual – spreadsheet work | Digital – reports can be generated quickly.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Access: Manual – physical files | Digital – authorized users can access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Multi-Branch Control: Manual – difficult | Digital – branch-wise reporting is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A School Attendance Management System moves attendance from manual registers to a clear digital process.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It saves time, reduces errors, improves parent communication and supports better reporting.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The system can provide attendance visibility for teachers, parents, administrators and management.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It can also connect attendance information with other school operations such as student records, timetable, exams, HR and transport.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</a:defRPr>
            </a:pPr>
            <a:r>
              <a:t>10.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Thank You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School Attendance Management System</a:t>
            </a:r>
          </a:p>
          <a:p>
            <a:pPr>
              <a:spcAft>
                <a:spcPts val="1200"/>
              </a:spcAft>
              <a:defRPr sz="2000" b="0">
                <a:solidFill>
                  <a:srgbClr val="2D3746"/>
                </a:solidFill>
              </a:defRPr>
            </a:pPr>
            <a:r>
              <a:t>Tiny Project – ASP.NET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Tiny Project | ASP.NET | Vedant Prashant Chaudhari | Div J | Sem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824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Vedant Chaudhari</cp:lastModifiedBy>
  <cp:revision>1</cp:revision>
  <dcterms:created xsi:type="dcterms:W3CDTF">2013-01-27T09:14:16Z</dcterms:created>
  <dcterms:modified xsi:type="dcterms:W3CDTF">2026-09-22T16:31:19Z</dcterms:modified>
  <cp:category/>
</cp:coreProperties>
</file>